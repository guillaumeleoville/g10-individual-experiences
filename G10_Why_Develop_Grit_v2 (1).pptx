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nb8Pw3iuB48_nJ_ptn28amfsIRzCfE7kCj8eZwYJYSI/co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C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18288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G10 PE &amp; BALANCE  ·  INDIVIDUAL EXPERIENCE  ·  FRANKFURT INTERNATIONAL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Develop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03520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284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I AM DOING THIS UNIT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48463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  ·  SLIDE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GRIT?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840480" cy="16459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DUCKWORTH'S DEFINITION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8105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is the combination of passion and perseverance toward long-term goals. It means working hard even when it's difficult — and not giving up when things get uncomfortable.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3840480" cy="1691640"/>
          </a:xfrm>
          <a:prstGeom prst="rect">
            <a:avLst/>
          </a:prstGeom>
          <a:solidFill>
            <a:srgbClr val="1A1620"/>
          </a:solidFill>
          <a:ln w="12700">
            <a:solidFill>
              <a:srgbClr val="1A16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</a:rPr>
              <a:t>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913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Talk — Dr. Angela Lee Duckworth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it, then write your own explanation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4114800" cy="3429000"/>
          </a:xfrm>
          <a:prstGeom prst="rect">
            <a:avLst/>
          </a:prstGeom>
          <a:solidFill>
            <a:srgbClr val="EDE9F8"/>
          </a:solidFill>
          <a:ln w="9525">
            <a:solidFill>
              <a:srgbClr val="5A4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GRIT MEAN TO YOU?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video link or write your own explanation here: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  ·  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Scale — Instructions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57200" cy="4572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2646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own copy of the GRIT Score Spreadsheet — </a:t>
            </a:r>
            <a:pPr algn="l" indent="0" marL="0">
              <a:buNone/>
            </a:pPr>
            <a:r>
              <a:rPr lang="en-US" sz="1300" u="sng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open it</a:t>
            </a:r>
            <a:pPr algn="l" indent="0" marL="0">
              <a:buNone/>
            </a:pPr>
            <a:r>
              <a:rPr lang="en-US" sz="13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Save it in your PE Folder.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23113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each of the 16 statements on a 5-point scale  (DON'T OVERTHINK IT).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the Results tab to see your scores.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radar graph and paste it on the next slide.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6085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  1 — Strongly Disagree     2 — Disagree     3 — Neutral     4 — Agree     5 — Strongly Agree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  ·  SLIDE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Scale — Pre-Unit Scores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389120" cy="34290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pre-unit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graph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417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scores from the GRIT spreadsheet: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84648" y="1828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09560" y="1856232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4648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Physical Interest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2423160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29626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Physical Effort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09560" y="2990088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3529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Academic Interest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9560" y="3557016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4096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Academic Effort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09560" y="4123944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  ·  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About Your Pre-Unit Score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PARAGRAPH RESPONDING TO THESE THREE QUESTIONS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547872"/>
            <a:ext cx="8229600" cy="1371600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strengths according to your questionnaire results?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416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areas of growth according to your questionnaire results?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439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use this information during the current PE unit?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MID-UNIT  ·  SLIDE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155448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SLIDES ARE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81051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following slides to document your journey through the unit. Be honest — these are for you, not just the teacher. The more specific you are now, the easier your final reflection will be.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8229600" cy="1737360"/>
          </a:xfrm>
          <a:prstGeom prst="rect">
            <a:avLst/>
          </a:prstGeom>
          <a:solidFill>
            <a:srgbClr val="F7F0DE"/>
          </a:solidFill>
          <a:ln w="12700">
            <a:solidFill>
              <a:srgbClr val="E8D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638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NOTICE…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to stop — and whether you do.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tell yourself during a hard session.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GRIT pillar you're strongest and weakest in right now.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LESSON 4  ·  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114800" cy="320040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2646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COMPLETED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389888"/>
            <a:ext cx="4023360" cy="320040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264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LESSON HAS BEEN HARDEST SO FAR?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709928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33472"/>
            <a:ext cx="4114800" cy="320040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00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ARE YOU FACING?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633472"/>
            <a:ext cx="4023360" cy="320040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700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STRATEGIES ARE YOU USING TO OVERCOME THEM?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953512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 ·  SLIDE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Scale — Post-Unit Scores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389120" cy="342900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post-unit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graph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417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post-unit scores: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84648" y="1828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09560" y="1856232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4648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Physical Interest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2423160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29626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Physical Effort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09560" y="2990088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3529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Academic Interest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9560" y="3557016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4096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Academic Effort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09560" y="4123944"/>
            <a:ext cx="685800" cy="237744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 ·  SLIDE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840480" cy="365760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PRE-UNIT SCORES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47088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840480" cy="402336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67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Physical Interest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67712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88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Physical Effort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688336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72384"/>
            <a:ext cx="3840480" cy="402336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Academic Interest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108960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93008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Academic Effort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529584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389888"/>
            <a:ext cx="4114800" cy="365760"/>
          </a:xfrm>
          <a:prstGeom prst="rect">
            <a:avLst/>
          </a:prstGeom>
          <a:solidFill>
            <a:srgbClr val="3D2C8D"/>
          </a:solidFill>
          <a:ln w="12700">
            <a:solidFill>
              <a:srgbClr val="3D2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POST-UNIT SCORES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81051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847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63840" y="1847088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231136"/>
            <a:ext cx="4114800" cy="402336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Physical Interest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2267712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65176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688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Physical Effort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0" y="2688336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072384"/>
            <a:ext cx="4114800" cy="402336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089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Academic Interest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63840" y="3108960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4930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295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Academic Effort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3529584"/>
            <a:ext cx="640080" cy="2743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913632"/>
            <a:ext cx="8229600" cy="822960"/>
          </a:xfrm>
          <a:prstGeom prst="rect">
            <a:avLst/>
          </a:prstGeom>
          <a:solidFill>
            <a:srgbClr val="EDFAF3"/>
          </a:solidFill>
          <a:ln w="12700">
            <a:solidFill>
              <a:srgbClr val="9FDE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968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BEST — DID YOU IMPROVE?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PB:  _____ reps</a:t>
            </a:r>
            <a:pPr algn="l" indent="0" marL="0">
              <a:buNone/>
            </a:pPr>
            <a:r>
              <a:rPr lang="en-US" sz="1200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l" indent="0" marL="0">
              <a:buNone/>
            </a:pPr>
            <a:r>
              <a:rPr lang="en-US" sz="1200" b="1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PB:  _____ reps</a:t>
            </a:r>
            <a:pPr algn="l" indent="0" marL="0">
              <a:buNone/>
            </a:pPr>
            <a:r>
              <a:rPr lang="en-US" sz="1200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l" indent="0" marL="0">
              <a:buNone/>
            </a:pPr>
            <a:r>
              <a:rPr lang="en-US" sz="1200" b="1" dirty="0">
                <a:solidFill>
                  <a:srgbClr val="1E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_____ reps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 ·  SLIDE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About Your Post-Unit Scores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PARAGRAPH RESPONDING TO ALL FOUR QUESTIONS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547872"/>
            <a:ext cx="8229600" cy="1371600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210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your pre and post unit scores different?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you surprised to see your new GRIT score? Why or why not?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2428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learned about the importance of developing GRIT?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5537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apply what you have learned about yourself and GRIT in the future?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 ·  SLIDE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— Demonstration of GRIT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1600200" cy="502920"/>
          </a:xfrm>
          <a:prstGeom prst="rect">
            <a:avLst/>
          </a:prstGeom>
          <a:solidFill>
            <a:srgbClr val="1A162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08176"/>
            <a:ext cx="1508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1389888"/>
            <a:ext cx="2148840" cy="502920"/>
          </a:xfrm>
          <a:prstGeom prst="rect">
            <a:avLst/>
          </a:prstGeom>
          <a:solidFill>
            <a:srgbClr val="D4726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408176"/>
            <a:ext cx="2057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60520" y="1389888"/>
            <a:ext cx="2148840" cy="502920"/>
          </a:xfrm>
          <a:prstGeom prst="rect">
            <a:avLst/>
          </a:prstGeom>
          <a:solidFill>
            <a:srgbClr val="F0C04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408176"/>
            <a:ext cx="2057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Expectations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55080" y="1389888"/>
            <a:ext cx="2148840" cy="502920"/>
          </a:xfrm>
          <a:prstGeom prst="rect">
            <a:avLst/>
          </a:prstGeom>
          <a:solidFill>
            <a:srgbClr val="5CB87A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08176"/>
            <a:ext cx="2057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549640" y="1389888"/>
            <a:ext cx="548640" cy="50292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408176"/>
            <a:ext cx="4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1600200" cy="1572768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011680"/>
            <a:ext cx="14538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Interest &amp; Effort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65960" y="1938528"/>
            <a:ext cx="2148840" cy="1572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2011680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meet the expectations. To meet them I needed to…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1938528"/>
            <a:ext cx="2148840" cy="1572768"/>
          </a:xfrm>
          <a:prstGeom prst="rect">
            <a:avLst/>
          </a:prstGeom>
          <a:solidFill>
            <a:srgbClr val="FFFBE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2011680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motivated to engage in challenging physical tasks and maintained high active participation. I was enthusiastic about trying new activities.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1938528"/>
            <a:ext cx="2148840" cy="1572768"/>
          </a:xfrm>
          <a:prstGeom prst="rect">
            <a:avLst/>
          </a:prstGeom>
          <a:solidFill>
            <a:srgbClr val="F0FFF5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011680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exceeded expectations — e.g. extra reps, leading others, trying the harder variation.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49640" y="1938528"/>
            <a:ext cx="548640" cy="1572768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11296"/>
            <a:ext cx="1600200" cy="1572768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584448"/>
            <a:ext cx="14538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Interest &amp; Effort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65960" y="3511296"/>
            <a:ext cx="2148840" cy="1572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9112" y="3584448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complete my journal/slides on time or engage with the GRIT theory.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60520" y="3511296"/>
            <a:ext cx="2148840" cy="1572768"/>
          </a:xfrm>
          <a:prstGeom prst="rect">
            <a:avLst/>
          </a:prstGeom>
          <a:solidFill>
            <a:srgbClr val="FFFBE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3584448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eager to understand GRIT concepts, completed all slides and journals on time, and stayed attentive in class.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3511296"/>
            <a:ext cx="2148840" cy="1572768"/>
          </a:xfrm>
          <a:prstGeom prst="rect">
            <a:avLst/>
          </a:prstGeom>
          <a:solidFill>
            <a:srgbClr val="F0FFF5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584448"/>
            <a:ext cx="20025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deeper — researching independently, making detailed connections to real life, or adding extra analysis.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49640" y="3511296"/>
            <a:ext cx="548640" cy="1572768"/>
          </a:xfrm>
          <a:prstGeom prst="rect">
            <a:avLst/>
          </a:prstGeom>
          <a:solidFill>
            <a:srgbClr val="F5F3F0"/>
          </a:solidFill>
          <a:ln w="12700">
            <a:solidFill>
              <a:srgbClr val="E0DC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UNIT  ·  SLIDE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Your Scores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examples from your lessons to back up the scores you gave yourself on slide 11.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INTEREST &amp; EFFORT  —  MY SCORE: ______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40280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'In Lesson 4 I wanted to stop during the burpee wall-sit drill but I chose to keep going because…'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F7F0DE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381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INTEREST &amp; EFFORT  —  MY SCORE: ______ / 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840480"/>
            <a:ext cx="7900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'I completed Journal Entry 1 straight after Lesson 4 and used specific examples because…'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EDE9F8"/>
          </a:solidFill>
          <a:ln w="12700">
            <a:solidFill>
              <a:srgbClr val="E0DC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70001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algn="l" indent="0" marL="0">
              <a:buNone/>
            </a:pPr>
            <a:r>
              <a:rPr lang="en-US" sz="1000" dirty="0">
                <a:solidFill>
                  <a:srgbClr val="3D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answers score Not Yet. Specific lesson examples score Meets or Exceeding.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Develop Grit? — G10 Individual Experience</dc:title>
  <dc:subject>PptxGenJS Presentation</dc:subject>
  <dc:creator>PptxGenJS</dc:creator>
  <cp:lastModifiedBy>PptxGenJS</cp:lastModifiedBy>
  <cp:revision>1</cp:revision>
  <dcterms:created xsi:type="dcterms:W3CDTF">2026-04-30T18:26:05Z</dcterms:created>
  <dcterms:modified xsi:type="dcterms:W3CDTF">2026-04-30T18:26:05Z</dcterms:modified>
</cp:coreProperties>
</file>